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3"/>
  </p:normalViewPr>
  <p:slideViewPr>
    <p:cSldViewPr snapToGrid="0">
      <p:cViewPr>
        <p:scale>
          <a:sx n="66" d="100"/>
          <a:sy n="66" d="100"/>
        </p:scale>
        <p:origin x="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B57D-3394-07F7-D224-C0FD25364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B1E69-636D-E49B-6284-32CD8C6B2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35DCF-AF8F-7EAA-23A7-6370C35D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06916-FB39-6265-6F66-B77E58BD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005D2-1EAA-A446-C10F-ABC82BCF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6051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C1FC-A0F1-5F3F-C3AC-AE9F5A5F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1C8D-057B-3A96-6727-BDD010932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501A-E6FE-8B62-BF51-5A11E958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A4DB2-4814-EC9E-E42C-EF68AD80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604B5-01C5-4B88-5811-038A0BA5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5889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C917-8E57-15AF-887E-A4D2CB56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FFAA7-2F5E-6D9D-FB9A-4F6892524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F4C4-05C1-6272-57C8-1BF1D3EF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6658-B7C8-25D1-4E95-020318195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C5205-891D-C4A2-9436-7D9A40AA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3161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45A1-12B4-D58F-83C8-84D3B6F7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2B7AC-32E4-E276-082E-D72D7D224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4291A-ACA1-E532-FBF4-E6F3C72C5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18D6F-A1C6-E904-815D-3165E2F9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0B8BA-5E44-C703-8C89-E2D767F4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5754C-194D-CEA3-1EE2-C189E0B6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796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27B9-7269-09A2-B00A-5DD9BD8B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CF41B-2D6E-6314-CB6E-D419826AE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0D58A-A34C-8739-4DF2-1434A31B5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98492-3B99-FD42-C3E7-2DAC530E3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EAC4A-BF1B-46CC-356F-15839218C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DE8693-DDA7-B472-903E-0A2967F3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ACDFD-8752-6561-28B8-185610B1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8ED8C-3383-491C-AD4A-4ADFF560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5181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452B-F4EC-F657-60CF-688C1D32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073BE-186E-ED9C-246D-36D8DC72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98DBF-1B02-48FF-296E-4778C4EB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04D81-1CF3-FF97-20C2-10715D2D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1876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D6D76-87AB-7738-48BE-CD9A9755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72FC-256C-5C28-6F63-3550AD63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6E89E-06E9-03D7-96C1-439EEF6A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8130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A416-AB49-EA2C-1D68-363481E3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5EFCD-F443-293A-ECB9-DBEDD4FF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482A-DA47-EBBC-CADC-7C3816507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C45FA-C155-1520-2417-AE573EF4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FA703-1FCF-51BB-E2A3-973D520D5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609C0-3D14-73A4-26B1-223B96AF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4236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26FC-A4C5-F885-6975-680A16F7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4121DF-A8C9-6D4E-C59C-76E6C7231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5F7AC-3D44-94F7-37DB-29455858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EE325-208A-0BC5-1EFF-C187CA1E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86547-FF04-FDDE-9932-3D051A2C0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46686-E4DA-CF6D-7AC5-6FDD8E45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764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A3F7-396C-A8CF-4F7B-6E405A94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9ACD1-405F-3CE5-BD2A-491F4265A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D678D-67EA-E145-3002-EA2A01DE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D296-4A81-954F-18FE-DBA2AF3E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D280D-071B-DDE3-5DC8-949DB205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5397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C076E-180E-13DB-8549-5D34236C2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EA0E3-9B69-7F5D-6C99-64591EBF1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4E37-D81A-B2AF-CBFC-2225E10E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C1772-07F5-3B1F-7151-37B491A9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1B174-0345-A8FA-C37A-6821A0D9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4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BE0DA6-C801-1DA6-87B0-A7CB763A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443A2-3FF6-45B2-5798-84B97F1AE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0DBD-F433-F407-2C1C-D2D37E6AF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67D0F-7EFF-F346-B09E-3D3AC41D2C5F}" type="datetimeFigureOut">
              <a:t>3/13/2026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6608-B606-99B4-3F25-40B508863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BC058-BE46-01BC-56AD-EAA6C366E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8B9DB-23B4-1141-AF49-AC27604B5B71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7692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white rectangular frame with green text&#10;&#10;AI-generated content may be incorrect.">
            <a:extLst>
              <a:ext uri="{FF2B5EF4-FFF2-40B4-BE49-F238E27FC236}">
                <a16:creationId xmlns:a16="http://schemas.microsoft.com/office/drawing/2014/main" id="{0B715D7F-A34E-E5CB-A9C6-D526351CC2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A6EB06-0A47-7C8C-77A6-27CE3E173283}"/>
              </a:ext>
            </a:extLst>
          </p:cNvPr>
          <p:cNvSpPr txBox="1"/>
          <p:nvPr/>
        </p:nvSpPr>
        <p:spPr>
          <a:xfrm>
            <a:off x="1589987" y="2394061"/>
            <a:ext cx="9012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Báo Nguy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Học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Sinh Viên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 Học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Học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304F3-60D6-4465-6045-247E94FACCB7}"/>
              </a:ext>
            </a:extLst>
          </p:cNvPr>
          <p:cNvSpPr txBox="1"/>
          <p:nvPr/>
        </p:nvSpPr>
        <p:spPr>
          <a:xfrm>
            <a:off x="3665074" y="4672196"/>
            <a:ext cx="486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Phạm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Hoàng Thiên – UMT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Nguyễn Hoàng Ánh Linh – HCMUS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1E522-5B33-0288-1630-3356909E74B9}"/>
              </a:ext>
            </a:extLst>
          </p:cNvPr>
          <p:cNvSpPr txBox="1"/>
          <p:nvPr/>
        </p:nvSpPr>
        <p:spPr>
          <a:xfrm>
            <a:off x="3372049" y="4056054"/>
            <a:ext cx="54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Tiểu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871CB-F8B7-C858-F32B-3BDF8C1B729D}"/>
              </a:ext>
            </a:extLst>
          </p:cNvPr>
          <p:cNvSpPr txBox="1"/>
          <p:nvPr/>
        </p:nvSpPr>
        <p:spPr>
          <a:xfrm>
            <a:off x="5559918" y="1932396"/>
            <a:ext cx="1072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Tài</a:t>
            </a:r>
          </a:p>
        </p:txBody>
      </p:sp>
    </p:spTree>
    <p:extLst>
      <p:ext uri="{BB962C8B-B14F-4D97-AF65-F5344CB8AC3E}">
        <p14:creationId xmlns:p14="http://schemas.microsoft.com/office/powerpoint/2010/main" val="392713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white rectangular frame with green outline&#10;&#10;AI-generated content may be incorrect.">
            <a:extLst>
              <a:ext uri="{FF2B5EF4-FFF2-40B4-BE49-F238E27FC236}">
                <a16:creationId xmlns:a16="http://schemas.microsoft.com/office/drawing/2014/main" id="{B5AEEC53-9E93-E211-B425-14CF58583E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297422-CD82-23F2-177D-68B3A80375DC}"/>
              </a:ext>
            </a:extLst>
          </p:cNvPr>
          <p:cNvSpPr txBox="1"/>
          <p:nvPr/>
        </p:nvSpPr>
        <p:spPr>
          <a:xfrm>
            <a:off x="838986" y="1344560"/>
            <a:ext cx="2092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6AEB2-45F9-A484-764E-DFD18B141E21}"/>
              </a:ext>
            </a:extLst>
          </p:cNvPr>
          <p:cNvSpPr txBox="1"/>
          <p:nvPr/>
        </p:nvSpPr>
        <p:spPr>
          <a:xfrm>
            <a:off x="838986" y="2498103"/>
            <a:ext cx="5835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u="sng" dirty="0">
                <a:latin typeface="+mj-lt"/>
              </a:rPr>
              <a:t>Thách thức lớn: </a:t>
            </a:r>
            <a:r>
              <a:rPr lang="vi-VN" sz="2400" dirty="0">
                <a:latin typeface="+mj-lt"/>
              </a:rPr>
              <a:t>Tình trạng thôi học ảnh hưởng nghiêm trọng đến hiệu quả đào tạo và sự ổn định học tập.</a:t>
            </a:r>
          </a:p>
          <a:p>
            <a:r>
              <a:rPr lang="vi-VN" sz="2400" b="1" u="sng" dirty="0">
                <a:latin typeface="+mj-lt"/>
              </a:rPr>
              <a:t>Hậu quả: </a:t>
            </a:r>
            <a:r>
              <a:rPr lang="vi-VN" sz="2400" dirty="0">
                <a:latin typeface="+mj-lt"/>
              </a:rPr>
              <a:t>Gây lãng phí nguồn lực xã hội, ảnh hưởng đến uy tín và bài toán tài chính của các cơ sở giáo dục đại học.</a:t>
            </a:r>
          </a:p>
        </p:txBody>
      </p:sp>
    </p:spTree>
    <p:extLst>
      <p:ext uri="{BB962C8B-B14F-4D97-AF65-F5344CB8AC3E}">
        <p14:creationId xmlns:p14="http://schemas.microsoft.com/office/powerpoint/2010/main" val="274176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CE7CD-9BCF-6E73-1C75-C7ECEE87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25E13D-BBF8-D953-B0B4-575574132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88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113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Tuấn Khương</dc:creator>
  <cp:lastModifiedBy>Hoang Thien</cp:lastModifiedBy>
  <cp:revision>5</cp:revision>
  <dcterms:created xsi:type="dcterms:W3CDTF">2026-01-15T09:22:24Z</dcterms:created>
  <dcterms:modified xsi:type="dcterms:W3CDTF">2026-03-13T01:12:29Z</dcterms:modified>
</cp:coreProperties>
</file>